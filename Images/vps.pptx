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949"/>
  </p:normalViewPr>
  <p:slideViewPr>
    <p:cSldViewPr snapToGrid="0">
      <p:cViewPr>
        <p:scale>
          <a:sx n="130" d="100"/>
          <a:sy n="130" d="100"/>
        </p:scale>
        <p:origin x="16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7C9BC-E9AB-534E-86E8-E73D9B95FED7}" type="datetimeFigureOut"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7A0D1-F376-2F4A-BD32-EA8C92B7C3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4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9D12-67EE-7AD1-ACB0-C47026129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A7DC0-5288-4282-0A00-80316DBA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11134-0F1F-7F52-BBB9-1BBF77CA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9E610-3DC0-DF69-19BB-B2415E43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5B037-8817-FD9A-BEE9-C9E02DBE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3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9634-4BDD-C441-034A-0576B080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FDD23-6EDB-70A3-1739-D64C8BBF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57B3F-5E2E-7EEF-BEE4-734B340D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4BB9-0ECF-94B4-26AB-4AC8B5B1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372F1-92D5-82D6-9F46-BEED55DA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7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B490-D838-D77C-6C30-C8E3FCFA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6625D-0FE8-1B05-A4F9-22B8A6F20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EA59E-FCC6-6343-874E-0C7CF4D1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623FA-EA1A-3974-87F8-93237221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F4093-6D8D-06C5-2BF1-D1D8456C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3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87DE-4EEA-8362-7E01-C23834FC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E1C75-B936-6E6F-4B00-98124A4B7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83037-8BF2-67B9-1E84-B1FD44F00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2F7B2-8996-62D4-B6B3-2E211D25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0F32A-FFFD-FE22-A174-AC2D7988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CF54-E4DC-A3EC-895B-77BEF6CC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6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CAF7-9974-FF4B-CBF2-6BA9022E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46680-EDA2-4810-B434-95C71A9D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87B5D-2E5C-315E-2EEB-993C384FE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6FBD2-5367-A912-6202-8AA8E0716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DAA6B-1F60-948A-DF52-F7819D95C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158E-26EB-E4F1-B0B6-B651A82E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9B33E-8601-6120-3BDE-F05888A5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D293EE-3958-253D-418D-9E8303B1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8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3A9B-8F5B-1572-BEC2-8938517F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F9C32-0657-A8C7-94E9-CE763AFC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B336E-52E0-4684-594D-43CACA86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E745A-6B68-3B6C-E6B1-491160D3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6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D840B-3B55-A4AB-441E-C66A76BA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D8AD0-9FBC-6DD7-B454-8637684E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96026-7876-9C70-D8DC-D91C0460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7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D94D-24AF-40A9-D116-2489E58C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2663D-4EC6-2AB2-93DA-0CC62CFB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2DA77-F347-8D59-8787-7BAC669A0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420EA-648F-A2D3-C080-F9953195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287B6-EF11-0B0D-9A95-8EC13BBF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1DEDE-4FFB-1D76-A56E-6B0F963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7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1BC3-53B0-423D-590A-3ABCCB28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00417-1A52-16C8-BE7E-2DFEC1170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D2D15-B0F6-5B63-7E50-5DB795906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24D25-4BB8-E9B9-62B8-E42D10D0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0949D-A867-7BAB-0D92-8AD3F5B4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24B40-8D3E-757E-4E90-CCADFBB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BF0C-F8FD-C94D-3ED9-EC75ED33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E013E-53E2-BB6F-A88E-E7DC959D3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FFB88-9EF5-C7C6-B483-EA9AAD6A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DEC1-8697-7EF8-40B2-FBBE049E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B25CF-E094-6F4F-D985-C7B20544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0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C7697-C95E-25CB-ACF1-85DD77CE0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C55F6-979B-A340-140E-3A2D66762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CDBDB-2767-CD47-7C0F-DD4CFC46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9BA0-19E5-B2C8-34D8-20C4E68D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726F-C1EE-1B2B-D1F7-79ED9918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9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CD382-651F-EFAD-11CD-54016FF3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3D236-B25C-14D9-A756-75BB64CF3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4878A-F926-5016-5251-E28BA56B6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7928-DA05-C040-9BB1-6FF9DB8A256E}" type="datetimeFigureOut"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93121-FA64-E18D-3B4A-75D44F104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1474-4376-57A4-349D-6749D4A9B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60C7E-78D0-9342-A2CF-3ADB705AB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6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498A54-E35B-D3D3-61CC-7703A711A7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6" t="8534" r="5682"/>
          <a:stretch>
            <a:fillRect/>
          </a:stretch>
        </p:blipFill>
        <p:spPr>
          <a:xfrm>
            <a:off x="706879" y="844078"/>
            <a:ext cx="10148977" cy="516984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D5247A-0C8F-0369-D37A-ACF7A3E386C0}"/>
              </a:ext>
            </a:extLst>
          </p:cNvPr>
          <p:cNvCxnSpPr/>
          <p:nvPr/>
        </p:nvCxnSpPr>
        <p:spPr>
          <a:xfrm>
            <a:off x="873136" y="1227387"/>
            <a:ext cx="0" cy="4304145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53A12A-86AA-8C2E-FAA9-C6ED7F84E13F}"/>
              </a:ext>
            </a:extLst>
          </p:cNvPr>
          <p:cNvCxnSpPr/>
          <p:nvPr/>
        </p:nvCxnSpPr>
        <p:spPr>
          <a:xfrm>
            <a:off x="1066719" y="1051896"/>
            <a:ext cx="1006763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35D6CA-A601-12A0-0CCB-F4F55B3E4145}"/>
              </a:ext>
            </a:extLst>
          </p:cNvPr>
          <p:cNvCxnSpPr/>
          <p:nvPr/>
        </p:nvCxnSpPr>
        <p:spPr>
          <a:xfrm>
            <a:off x="2452554" y="1051896"/>
            <a:ext cx="8072582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342127-C8E5-44AA-6DD7-BD8CFB84AA66}"/>
              </a:ext>
            </a:extLst>
          </p:cNvPr>
          <p:cNvCxnSpPr>
            <a:cxnSpLocks/>
          </p:cNvCxnSpPr>
          <p:nvPr/>
        </p:nvCxnSpPr>
        <p:spPr>
          <a:xfrm>
            <a:off x="10700627" y="1227387"/>
            <a:ext cx="0" cy="15794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0774BB-790D-8371-DCAA-5B4C3026D65E}"/>
              </a:ext>
            </a:extLst>
          </p:cNvPr>
          <p:cNvCxnSpPr/>
          <p:nvPr/>
        </p:nvCxnSpPr>
        <p:spPr>
          <a:xfrm flipV="1">
            <a:off x="10700627" y="3259387"/>
            <a:ext cx="0" cy="88669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9FD56D-3F9D-4748-E943-E128FE5D2A15}"/>
              </a:ext>
            </a:extLst>
          </p:cNvPr>
          <p:cNvCxnSpPr>
            <a:cxnSpLocks/>
          </p:cNvCxnSpPr>
          <p:nvPr/>
        </p:nvCxnSpPr>
        <p:spPr>
          <a:xfrm>
            <a:off x="873136" y="1845319"/>
            <a:ext cx="582272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417111-6054-5A3F-6451-5DF96B5F86A4}"/>
              </a:ext>
            </a:extLst>
          </p:cNvPr>
          <p:cNvCxnSpPr>
            <a:cxnSpLocks/>
          </p:cNvCxnSpPr>
          <p:nvPr/>
        </p:nvCxnSpPr>
        <p:spPr>
          <a:xfrm>
            <a:off x="1647705" y="1845319"/>
            <a:ext cx="425777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ADC0CE3-E605-480A-E4C8-86A87DA2E7D4}"/>
              </a:ext>
            </a:extLst>
          </p:cNvPr>
          <p:cNvCxnSpPr>
            <a:cxnSpLocks/>
          </p:cNvCxnSpPr>
          <p:nvPr/>
        </p:nvCxnSpPr>
        <p:spPr>
          <a:xfrm>
            <a:off x="892127" y="2238604"/>
            <a:ext cx="783292" cy="9427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7FA7D9-C5E2-1073-8748-BCC46AFAE63C}"/>
              </a:ext>
            </a:extLst>
          </p:cNvPr>
          <p:cNvCxnSpPr>
            <a:cxnSpLocks/>
          </p:cNvCxnSpPr>
          <p:nvPr/>
        </p:nvCxnSpPr>
        <p:spPr>
          <a:xfrm>
            <a:off x="1283773" y="3017385"/>
            <a:ext cx="766128" cy="711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325677-30B5-16B9-3DCC-A22D4546212E}"/>
              </a:ext>
            </a:extLst>
          </p:cNvPr>
          <p:cNvCxnSpPr>
            <a:cxnSpLocks/>
          </p:cNvCxnSpPr>
          <p:nvPr/>
        </p:nvCxnSpPr>
        <p:spPr>
          <a:xfrm>
            <a:off x="1070884" y="4216160"/>
            <a:ext cx="789709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E9A85A-9EEC-26A6-574B-8B634EFB4506}"/>
              </a:ext>
            </a:extLst>
          </p:cNvPr>
          <p:cNvCxnSpPr>
            <a:cxnSpLocks/>
          </p:cNvCxnSpPr>
          <p:nvPr/>
        </p:nvCxnSpPr>
        <p:spPr>
          <a:xfrm>
            <a:off x="3664826" y="2426638"/>
            <a:ext cx="3107299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56EB50-9203-8488-21D9-D21352FDBD0B}"/>
              </a:ext>
            </a:extLst>
          </p:cNvPr>
          <p:cNvCxnSpPr>
            <a:cxnSpLocks/>
          </p:cNvCxnSpPr>
          <p:nvPr/>
        </p:nvCxnSpPr>
        <p:spPr>
          <a:xfrm>
            <a:off x="4382834" y="2017096"/>
            <a:ext cx="2389291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073A2F-9735-FF3C-70C9-E7F18F41269C}"/>
              </a:ext>
            </a:extLst>
          </p:cNvPr>
          <p:cNvCxnSpPr>
            <a:cxnSpLocks/>
          </p:cNvCxnSpPr>
          <p:nvPr/>
        </p:nvCxnSpPr>
        <p:spPr>
          <a:xfrm>
            <a:off x="6561997" y="1660448"/>
            <a:ext cx="1011406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1052EE-6744-EAD1-5EE5-F5D02F16CB90}"/>
              </a:ext>
            </a:extLst>
          </p:cNvPr>
          <p:cNvCxnSpPr>
            <a:cxnSpLocks/>
          </p:cNvCxnSpPr>
          <p:nvPr/>
        </p:nvCxnSpPr>
        <p:spPr>
          <a:xfrm>
            <a:off x="7573403" y="1660448"/>
            <a:ext cx="0" cy="563514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8E10F5-83BE-BDF2-A5F2-720DA7331F53}"/>
              </a:ext>
            </a:extLst>
          </p:cNvPr>
          <p:cNvCxnSpPr>
            <a:cxnSpLocks/>
          </p:cNvCxnSpPr>
          <p:nvPr/>
        </p:nvCxnSpPr>
        <p:spPr>
          <a:xfrm>
            <a:off x="7741919" y="2253053"/>
            <a:ext cx="101140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24454EE-770E-0BFD-EB7E-40E2039538FD}"/>
              </a:ext>
            </a:extLst>
          </p:cNvPr>
          <p:cNvCxnSpPr>
            <a:cxnSpLocks/>
          </p:cNvCxnSpPr>
          <p:nvPr/>
        </p:nvCxnSpPr>
        <p:spPr>
          <a:xfrm>
            <a:off x="6961065" y="3118168"/>
            <a:ext cx="179226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C233F8A-3E9C-5A42-FBF7-58DC837906F1}"/>
              </a:ext>
            </a:extLst>
          </p:cNvPr>
          <p:cNvCxnSpPr>
            <a:cxnSpLocks/>
          </p:cNvCxnSpPr>
          <p:nvPr/>
        </p:nvCxnSpPr>
        <p:spPr>
          <a:xfrm>
            <a:off x="8753325" y="1845319"/>
            <a:ext cx="0" cy="1272849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090D113-4796-6FD2-B371-95A4582E5180}"/>
              </a:ext>
            </a:extLst>
          </p:cNvPr>
          <p:cNvCxnSpPr>
            <a:cxnSpLocks/>
          </p:cNvCxnSpPr>
          <p:nvPr/>
        </p:nvCxnSpPr>
        <p:spPr>
          <a:xfrm>
            <a:off x="8148439" y="1660448"/>
            <a:ext cx="609801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BE8DE4-42D9-5FCA-6937-FF18723DA5F8}"/>
              </a:ext>
            </a:extLst>
          </p:cNvPr>
          <p:cNvCxnSpPr>
            <a:cxnSpLocks/>
          </p:cNvCxnSpPr>
          <p:nvPr/>
        </p:nvCxnSpPr>
        <p:spPr>
          <a:xfrm>
            <a:off x="6762799" y="3811331"/>
            <a:ext cx="810604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5F4C0E-C5D0-619D-1966-870099FAA96D}"/>
              </a:ext>
            </a:extLst>
          </p:cNvPr>
          <p:cNvCxnSpPr>
            <a:cxnSpLocks/>
          </p:cNvCxnSpPr>
          <p:nvPr/>
        </p:nvCxnSpPr>
        <p:spPr>
          <a:xfrm>
            <a:off x="7573403" y="4010865"/>
            <a:ext cx="1179922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8C4B039-DDB5-8DB5-ECE1-8FAB8C522040}"/>
              </a:ext>
            </a:extLst>
          </p:cNvPr>
          <p:cNvCxnSpPr>
            <a:cxnSpLocks/>
          </p:cNvCxnSpPr>
          <p:nvPr/>
        </p:nvCxnSpPr>
        <p:spPr>
          <a:xfrm>
            <a:off x="7367584" y="4216160"/>
            <a:ext cx="1385741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96547E1-C397-C466-77F0-C272B82A722D}"/>
              </a:ext>
            </a:extLst>
          </p:cNvPr>
          <p:cNvCxnSpPr>
            <a:cxnSpLocks/>
          </p:cNvCxnSpPr>
          <p:nvPr/>
        </p:nvCxnSpPr>
        <p:spPr>
          <a:xfrm>
            <a:off x="7178465" y="4387414"/>
            <a:ext cx="969974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B110C0-92C2-78E8-58B7-02EDA67925EE}"/>
              </a:ext>
            </a:extLst>
          </p:cNvPr>
          <p:cNvCxnSpPr>
            <a:cxnSpLocks/>
          </p:cNvCxnSpPr>
          <p:nvPr/>
        </p:nvCxnSpPr>
        <p:spPr>
          <a:xfrm>
            <a:off x="8753325" y="4387414"/>
            <a:ext cx="1771811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D678C8A-DB4A-71BE-98A0-BF02147BD262}"/>
              </a:ext>
            </a:extLst>
          </p:cNvPr>
          <p:cNvCxnSpPr>
            <a:cxnSpLocks/>
          </p:cNvCxnSpPr>
          <p:nvPr/>
        </p:nvCxnSpPr>
        <p:spPr>
          <a:xfrm>
            <a:off x="5198681" y="3409359"/>
            <a:ext cx="1177518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C742DDE-C7E4-1AF0-9692-65EAD735C195}"/>
              </a:ext>
            </a:extLst>
          </p:cNvPr>
          <p:cNvCxnSpPr>
            <a:cxnSpLocks/>
          </p:cNvCxnSpPr>
          <p:nvPr/>
        </p:nvCxnSpPr>
        <p:spPr>
          <a:xfrm flipV="1">
            <a:off x="4797782" y="2816232"/>
            <a:ext cx="1578417" cy="660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8D2D01-9F84-6A9C-47F7-F374CEC0194E}"/>
              </a:ext>
            </a:extLst>
          </p:cNvPr>
          <p:cNvCxnSpPr>
            <a:cxnSpLocks/>
          </p:cNvCxnSpPr>
          <p:nvPr/>
        </p:nvCxnSpPr>
        <p:spPr>
          <a:xfrm>
            <a:off x="2634590" y="3206658"/>
            <a:ext cx="593057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5E9BC6-8B7E-4E04-3850-46DC43BF1BBC}"/>
              </a:ext>
            </a:extLst>
          </p:cNvPr>
          <p:cNvCxnSpPr>
            <a:cxnSpLocks/>
          </p:cNvCxnSpPr>
          <p:nvPr/>
        </p:nvCxnSpPr>
        <p:spPr>
          <a:xfrm>
            <a:off x="2240236" y="4205947"/>
            <a:ext cx="221745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DF2B6D-0576-0B8D-05A8-BA5B2FACF520}"/>
              </a:ext>
            </a:extLst>
          </p:cNvPr>
          <p:cNvCxnSpPr>
            <a:cxnSpLocks/>
          </p:cNvCxnSpPr>
          <p:nvPr/>
        </p:nvCxnSpPr>
        <p:spPr>
          <a:xfrm>
            <a:off x="2252805" y="3409359"/>
            <a:ext cx="0" cy="1996102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679AD6E-DE7C-0A18-28EC-671B6706EF6E}"/>
              </a:ext>
            </a:extLst>
          </p:cNvPr>
          <p:cNvCxnSpPr>
            <a:cxnSpLocks/>
          </p:cNvCxnSpPr>
          <p:nvPr/>
        </p:nvCxnSpPr>
        <p:spPr>
          <a:xfrm>
            <a:off x="2252805" y="3409359"/>
            <a:ext cx="221745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A75BA29-4B9B-B1F2-2DBA-CF7C0476EB14}"/>
              </a:ext>
            </a:extLst>
          </p:cNvPr>
          <p:cNvCxnSpPr>
            <a:cxnSpLocks/>
          </p:cNvCxnSpPr>
          <p:nvPr/>
        </p:nvCxnSpPr>
        <p:spPr>
          <a:xfrm>
            <a:off x="2047485" y="3992832"/>
            <a:ext cx="4833" cy="141262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C337C8C-FB2B-6444-D4E5-9D47BB881E64}"/>
              </a:ext>
            </a:extLst>
          </p:cNvPr>
          <p:cNvCxnSpPr>
            <a:cxnSpLocks/>
          </p:cNvCxnSpPr>
          <p:nvPr/>
        </p:nvCxnSpPr>
        <p:spPr>
          <a:xfrm>
            <a:off x="1855759" y="4216160"/>
            <a:ext cx="0" cy="118930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5AFECD4-B960-93BB-E2A0-7CDE6B7D69F8}"/>
              </a:ext>
            </a:extLst>
          </p:cNvPr>
          <p:cNvCxnSpPr>
            <a:cxnSpLocks/>
          </p:cNvCxnSpPr>
          <p:nvPr/>
        </p:nvCxnSpPr>
        <p:spPr>
          <a:xfrm>
            <a:off x="1653084" y="4391317"/>
            <a:ext cx="6689" cy="1003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0CA602D-2803-AE60-CA93-0BDE71306056}"/>
              </a:ext>
            </a:extLst>
          </p:cNvPr>
          <p:cNvCxnSpPr>
            <a:cxnSpLocks/>
          </p:cNvCxnSpPr>
          <p:nvPr/>
        </p:nvCxnSpPr>
        <p:spPr>
          <a:xfrm flipH="1">
            <a:off x="2047485" y="3409359"/>
            <a:ext cx="4833" cy="40144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AB7FA50-5D25-0921-4F1A-4F12C3FF0350}"/>
              </a:ext>
            </a:extLst>
          </p:cNvPr>
          <p:cNvCxnSpPr>
            <a:cxnSpLocks/>
          </p:cNvCxnSpPr>
          <p:nvPr/>
        </p:nvCxnSpPr>
        <p:spPr>
          <a:xfrm>
            <a:off x="2449481" y="4617930"/>
            <a:ext cx="3073" cy="7875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381C1E7-DA55-57E9-2421-990A45FD299F}"/>
              </a:ext>
            </a:extLst>
          </p:cNvPr>
          <p:cNvCxnSpPr>
            <a:cxnSpLocks/>
          </p:cNvCxnSpPr>
          <p:nvPr/>
        </p:nvCxnSpPr>
        <p:spPr>
          <a:xfrm>
            <a:off x="1283773" y="3810808"/>
            <a:ext cx="171635" cy="20005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EB281E8-2E6B-C5C5-CEF7-C1BD59107C7C}"/>
              </a:ext>
            </a:extLst>
          </p:cNvPr>
          <p:cNvCxnSpPr>
            <a:cxnSpLocks/>
          </p:cNvCxnSpPr>
          <p:nvPr/>
        </p:nvCxnSpPr>
        <p:spPr>
          <a:xfrm flipH="1">
            <a:off x="2634590" y="5361420"/>
            <a:ext cx="4833" cy="401449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5C78092-567D-5806-E7B8-13869BE5AE29}"/>
              </a:ext>
            </a:extLst>
          </p:cNvPr>
          <p:cNvCxnSpPr>
            <a:cxnSpLocks/>
          </p:cNvCxnSpPr>
          <p:nvPr/>
        </p:nvCxnSpPr>
        <p:spPr>
          <a:xfrm>
            <a:off x="1066719" y="5766059"/>
            <a:ext cx="589434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2390A9A-69DE-4358-47B8-D491A1E06A4F}"/>
              </a:ext>
            </a:extLst>
          </p:cNvPr>
          <p:cNvCxnSpPr>
            <a:cxnSpLocks/>
          </p:cNvCxnSpPr>
          <p:nvPr/>
        </p:nvCxnSpPr>
        <p:spPr>
          <a:xfrm flipV="1">
            <a:off x="3841960" y="3619510"/>
            <a:ext cx="181359" cy="19048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FC07498-A9F5-345F-B42B-704FA64D4F48}"/>
              </a:ext>
            </a:extLst>
          </p:cNvPr>
          <p:cNvCxnSpPr>
            <a:cxnSpLocks/>
          </p:cNvCxnSpPr>
          <p:nvPr/>
        </p:nvCxnSpPr>
        <p:spPr>
          <a:xfrm flipV="1">
            <a:off x="4200108" y="4007582"/>
            <a:ext cx="192425" cy="201604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21BE9FB-4DE9-A0EC-D2FB-A28CD80A2EDC}"/>
              </a:ext>
            </a:extLst>
          </p:cNvPr>
          <p:cNvCxnSpPr>
            <a:cxnSpLocks/>
          </p:cNvCxnSpPr>
          <p:nvPr/>
        </p:nvCxnSpPr>
        <p:spPr>
          <a:xfrm flipV="1">
            <a:off x="4616423" y="4201046"/>
            <a:ext cx="181359" cy="19048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B529E14-BFD8-1705-6702-44E9E1ECD101}"/>
              </a:ext>
            </a:extLst>
          </p:cNvPr>
          <p:cNvCxnSpPr>
            <a:cxnSpLocks/>
          </p:cNvCxnSpPr>
          <p:nvPr/>
        </p:nvCxnSpPr>
        <p:spPr>
          <a:xfrm>
            <a:off x="1658892" y="2233389"/>
            <a:ext cx="0" cy="581677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3B8B742-91DC-052F-2D5C-EF9B5DC5CEE7}"/>
              </a:ext>
            </a:extLst>
          </p:cNvPr>
          <p:cNvCxnSpPr>
            <a:cxnSpLocks/>
          </p:cNvCxnSpPr>
          <p:nvPr/>
        </p:nvCxnSpPr>
        <p:spPr>
          <a:xfrm>
            <a:off x="2447147" y="2223962"/>
            <a:ext cx="0" cy="582843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2529090-2BA7-F13E-5929-3ED0EABFA7D1}"/>
              </a:ext>
            </a:extLst>
          </p:cNvPr>
          <p:cNvCxnSpPr>
            <a:cxnSpLocks/>
          </p:cNvCxnSpPr>
          <p:nvPr/>
        </p:nvCxnSpPr>
        <p:spPr>
          <a:xfrm>
            <a:off x="2638086" y="2426638"/>
            <a:ext cx="0" cy="38842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2618FC1-2FE3-0D3B-03CF-DCADB0D17D5B}"/>
              </a:ext>
            </a:extLst>
          </p:cNvPr>
          <p:cNvCxnSpPr>
            <a:cxnSpLocks/>
          </p:cNvCxnSpPr>
          <p:nvPr/>
        </p:nvCxnSpPr>
        <p:spPr>
          <a:xfrm>
            <a:off x="1861658" y="2628957"/>
            <a:ext cx="0" cy="18610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CE4EB76-5847-6565-771C-B9A2077FEF48}"/>
              </a:ext>
            </a:extLst>
          </p:cNvPr>
          <p:cNvCxnSpPr>
            <a:cxnSpLocks/>
          </p:cNvCxnSpPr>
          <p:nvPr/>
        </p:nvCxnSpPr>
        <p:spPr>
          <a:xfrm>
            <a:off x="2049954" y="2628957"/>
            <a:ext cx="0" cy="38842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169FD30-59C2-8769-A483-D3A2E6CB3FDD}"/>
              </a:ext>
            </a:extLst>
          </p:cNvPr>
          <p:cNvCxnSpPr>
            <a:cxnSpLocks/>
          </p:cNvCxnSpPr>
          <p:nvPr/>
        </p:nvCxnSpPr>
        <p:spPr>
          <a:xfrm>
            <a:off x="2252805" y="1506119"/>
            <a:ext cx="0" cy="130894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A4FA294-48F5-5E26-48A2-13E84EB2757D}"/>
              </a:ext>
            </a:extLst>
          </p:cNvPr>
          <p:cNvCxnSpPr>
            <a:cxnSpLocks/>
          </p:cNvCxnSpPr>
          <p:nvPr/>
        </p:nvCxnSpPr>
        <p:spPr>
          <a:xfrm>
            <a:off x="2254530" y="1845319"/>
            <a:ext cx="207451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D18A938-520D-C0AE-974B-D296559013A3}"/>
              </a:ext>
            </a:extLst>
          </p:cNvPr>
          <p:cNvCxnSpPr>
            <a:cxnSpLocks/>
          </p:cNvCxnSpPr>
          <p:nvPr/>
        </p:nvCxnSpPr>
        <p:spPr>
          <a:xfrm>
            <a:off x="6975810" y="2223962"/>
            <a:ext cx="3680" cy="591104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D7B7B2F-FAF2-16F1-C809-2300FE3E1E75}"/>
              </a:ext>
            </a:extLst>
          </p:cNvPr>
          <p:cNvCxnSpPr>
            <a:cxnSpLocks/>
          </p:cNvCxnSpPr>
          <p:nvPr/>
        </p:nvCxnSpPr>
        <p:spPr>
          <a:xfrm>
            <a:off x="6770285" y="2415520"/>
            <a:ext cx="11897" cy="40731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96790DD-5206-0443-0EA4-CA292AB6B629}"/>
              </a:ext>
            </a:extLst>
          </p:cNvPr>
          <p:cNvCxnSpPr>
            <a:cxnSpLocks/>
          </p:cNvCxnSpPr>
          <p:nvPr/>
        </p:nvCxnSpPr>
        <p:spPr>
          <a:xfrm>
            <a:off x="6576657" y="2632520"/>
            <a:ext cx="0" cy="20366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4640819-5C00-5655-CF02-C86C3BA340BD}"/>
              </a:ext>
            </a:extLst>
          </p:cNvPr>
          <p:cNvCxnSpPr>
            <a:cxnSpLocks/>
          </p:cNvCxnSpPr>
          <p:nvPr/>
        </p:nvCxnSpPr>
        <p:spPr>
          <a:xfrm>
            <a:off x="6576657" y="3409359"/>
            <a:ext cx="0" cy="120857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D7C6102-56CD-7099-1308-9485B5125F32}"/>
              </a:ext>
            </a:extLst>
          </p:cNvPr>
          <p:cNvCxnSpPr>
            <a:cxnSpLocks/>
          </p:cNvCxnSpPr>
          <p:nvPr/>
        </p:nvCxnSpPr>
        <p:spPr>
          <a:xfrm>
            <a:off x="6782182" y="3395886"/>
            <a:ext cx="0" cy="41492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AA6F769-A4CA-495C-3D82-7CB3F4007265}"/>
              </a:ext>
            </a:extLst>
          </p:cNvPr>
          <p:cNvCxnSpPr>
            <a:cxnSpLocks/>
          </p:cNvCxnSpPr>
          <p:nvPr/>
        </p:nvCxnSpPr>
        <p:spPr>
          <a:xfrm>
            <a:off x="6970492" y="3398313"/>
            <a:ext cx="0" cy="20366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9FD6088-5132-BE8F-1C02-695F6CCE4DC1}"/>
              </a:ext>
            </a:extLst>
          </p:cNvPr>
          <p:cNvCxnSpPr>
            <a:cxnSpLocks/>
          </p:cNvCxnSpPr>
          <p:nvPr/>
        </p:nvCxnSpPr>
        <p:spPr>
          <a:xfrm>
            <a:off x="7180440" y="3399687"/>
            <a:ext cx="0" cy="20366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6407EF5-6AC7-1B8F-EEBF-5297904F9730}"/>
              </a:ext>
            </a:extLst>
          </p:cNvPr>
          <p:cNvCxnSpPr>
            <a:cxnSpLocks/>
          </p:cNvCxnSpPr>
          <p:nvPr/>
        </p:nvCxnSpPr>
        <p:spPr>
          <a:xfrm>
            <a:off x="7568510" y="3409359"/>
            <a:ext cx="4893" cy="5982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A38D4F3-F106-6E26-F3CD-099D6A884D88}"/>
              </a:ext>
            </a:extLst>
          </p:cNvPr>
          <p:cNvCxnSpPr>
            <a:cxnSpLocks/>
          </p:cNvCxnSpPr>
          <p:nvPr/>
        </p:nvCxnSpPr>
        <p:spPr>
          <a:xfrm>
            <a:off x="3227647" y="1845319"/>
            <a:ext cx="0" cy="136133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79E2211-5EBB-0720-2041-63454540B7D3}"/>
              </a:ext>
            </a:extLst>
          </p:cNvPr>
          <p:cNvCxnSpPr>
            <a:cxnSpLocks/>
          </p:cNvCxnSpPr>
          <p:nvPr/>
        </p:nvCxnSpPr>
        <p:spPr>
          <a:xfrm>
            <a:off x="7367584" y="3409359"/>
            <a:ext cx="0" cy="20366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B858383-1A67-FE8F-AC47-567CC1F6C875}"/>
              </a:ext>
            </a:extLst>
          </p:cNvPr>
          <p:cNvCxnSpPr>
            <a:cxnSpLocks/>
          </p:cNvCxnSpPr>
          <p:nvPr/>
        </p:nvCxnSpPr>
        <p:spPr>
          <a:xfrm>
            <a:off x="8753325" y="1051896"/>
            <a:ext cx="0" cy="38488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A04C08A-0F71-2C58-E58A-6C4FF1D44008}"/>
              </a:ext>
            </a:extLst>
          </p:cNvPr>
          <p:cNvCxnSpPr>
            <a:cxnSpLocks/>
          </p:cNvCxnSpPr>
          <p:nvPr/>
        </p:nvCxnSpPr>
        <p:spPr>
          <a:xfrm>
            <a:off x="4026460" y="1244336"/>
            <a:ext cx="0" cy="39610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F90E290-B610-BE3B-2DFF-2A37A3E97B59}"/>
              </a:ext>
            </a:extLst>
          </p:cNvPr>
          <p:cNvCxnSpPr>
            <a:cxnSpLocks/>
          </p:cNvCxnSpPr>
          <p:nvPr/>
        </p:nvCxnSpPr>
        <p:spPr>
          <a:xfrm flipH="1">
            <a:off x="8148439" y="1656046"/>
            <a:ext cx="14925" cy="275098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0410347-FFC6-4639-CC7B-FCC608FB1CE5}"/>
              </a:ext>
            </a:extLst>
          </p:cNvPr>
          <p:cNvCxnSpPr>
            <a:cxnSpLocks/>
          </p:cNvCxnSpPr>
          <p:nvPr/>
        </p:nvCxnSpPr>
        <p:spPr>
          <a:xfrm>
            <a:off x="6970492" y="2234222"/>
            <a:ext cx="397092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FDA36F1-CA40-ACFE-02F0-151C3ECB86F4}"/>
              </a:ext>
            </a:extLst>
          </p:cNvPr>
          <p:cNvCxnSpPr>
            <a:cxnSpLocks/>
          </p:cNvCxnSpPr>
          <p:nvPr/>
        </p:nvCxnSpPr>
        <p:spPr>
          <a:xfrm flipH="1">
            <a:off x="6576425" y="1663639"/>
            <a:ext cx="5237" cy="96531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AADB907-D2D2-4C9A-CD22-B61D4903BBC6}"/>
              </a:ext>
            </a:extLst>
          </p:cNvPr>
          <p:cNvCxnSpPr>
            <a:cxnSpLocks/>
          </p:cNvCxnSpPr>
          <p:nvPr/>
        </p:nvCxnSpPr>
        <p:spPr>
          <a:xfrm>
            <a:off x="6969001" y="3600656"/>
            <a:ext cx="8649" cy="216221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BA0C74F-B72D-3314-2DD1-9F3E3BC8E7EB}"/>
              </a:ext>
            </a:extLst>
          </p:cNvPr>
          <p:cNvCxnSpPr>
            <a:cxnSpLocks/>
          </p:cNvCxnSpPr>
          <p:nvPr/>
        </p:nvCxnSpPr>
        <p:spPr>
          <a:xfrm>
            <a:off x="10478882" y="2822839"/>
            <a:ext cx="221745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FB6E038-B00A-D0A8-6456-A447DDA3347D}"/>
              </a:ext>
            </a:extLst>
          </p:cNvPr>
          <p:cNvCxnSpPr>
            <a:cxnSpLocks/>
          </p:cNvCxnSpPr>
          <p:nvPr/>
        </p:nvCxnSpPr>
        <p:spPr>
          <a:xfrm>
            <a:off x="10478882" y="3199125"/>
            <a:ext cx="221745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92F5677-DB72-08D0-4AD3-0D7574FF858D}"/>
              </a:ext>
            </a:extLst>
          </p:cNvPr>
          <p:cNvCxnSpPr>
            <a:cxnSpLocks/>
          </p:cNvCxnSpPr>
          <p:nvPr/>
        </p:nvCxnSpPr>
        <p:spPr>
          <a:xfrm>
            <a:off x="7177354" y="3598251"/>
            <a:ext cx="0" cy="7891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8BDD0D8-679F-ED4F-2027-EC7519EEE722}"/>
              </a:ext>
            </a:extLst>
          </p:cNvPr>
          <p:cNvCxnSpPr>
            <a:cxnSpLocks/>
          </p:cNvCxnSpPr>
          <p:nvPr/>
        </p:nvCxnSpPr>
        <p:spPr>
          <a:xfrm>
            <a:off x="7367584" y="3610083"/>
            <a:ext cx="0" cy="60607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1C838B9-6DA5-EA83-46FE-D0E8E18E3692}"/>
              </a:ext>
            </a:extLst>
          </p:cNvPr>
          <p:cNvCxnSpPr>
            <a:cxnSpLocks/>
          </p:cNvCxnSpPr>
          <p:nvPr/>
        </p:nvCxnSpPr>
        <p:spPr>
          <a:xfrm>
            <a:off x="6762799" y="2017096"/>
            <a:ext cx="216691" cy="2251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2B0EDAB-6A93-7621-8878-03A60C8AB923}"/>
              </a:ext>
            </a:extLst>
          </p:cNvPr>
          <p:cNvCxnSpPr>
            <a:cxnSpLocks/>
          </p:cNvCxnSpPr>
          <p:nvPr/>
        </p:nvCxnSpPr>
        <p:spPr>
          <a:xfrm flipH="1">
            <a:off x="10525136" y="4146078"/>
            <a:ext cx="175491" cy="24133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B2B8620-ACF8-8C6E-77D3-D6AE8F2A9A04}"/>
              </a:ext>
            </a:extLst>
          </p:cNvPr>
          <p:cNvCxnSpPr>
            <a:cxnSpLocks/>
          </p:cNvCxnSpPr>
          <p:nvPr/>
        </p:nvCxnSpPr>
        <p:spPr>
          <a:xfrm flipH="1">
            <a:off x="873136" y="1041356"/>
            <a:ext cx="197748" cy="20298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4129E69-D17A-3135-F6B4-F7C825C3AD98}"/>
              </a:ext>
            </a:extLst>
          </p:cNvPr>
          <p:cNvCxnSpPr>
            <a:cxnSpLocks/>
          </p:cNvCxnSpPr>
          <p:nvPr/>
        </p:nvCxnSpPr>
        <p:spPr>
          <a:xfrm flipH="1" flipV="1">
            <a:off x="863604" y="5531532"/>
            <a:ext cx="201794" cy="24474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4613A5B-33C9-3285-6A4E-B3D535A22369}"/>
              </a:ext>
            </a:extLst>
          </p:cNvPr>
          <p:cNvCxnSpPr>
            <a:cxnSpLocks/>
          </p:cNvCxnSpPr>
          <p:nvPr/>
        </p:nvCxnSpPr>
        <p:spPr>
          <a:xfrm>
            <a:off x="5196756" y="2421997"/>
            <a:ext cx="0" cy="98659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437824F-1946-4C4F-A619-46703472E8BF}"/>
              </a:ext>
            </a:extLst>
          </p:cNvPr>
          <p:cNvCxnSpPr>
            <a:cxnSpLocks/>
          </p:cNvCxnSpPr>
          <p:nvPr/>
        </p:nvCxnSpPr>
        <p:spPr>
          <a:xfrm>
            <a:off x="4392533" y="2017096"/>
            <a:ext cx="0" cy="199048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595B28B-7C6F-6C71-A5EC-9032964BB479}"/>
              </a:ext>
            </a:extLst>
          </p:cNvPr>
          <p:cNvCxnSpPr>
            <a:cxnSpLocks/>
          </p:cNvCxnSpPr>
          <p:nvPr/>
        </p:nvCxnSpPr>
        <p:spPr>
          <a:xfrm>
            <a:off x="4026460" y="1640436"/>
            <a:ext cx="0" cy="196964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971BB09-7CBA-C220-9A99-FC9752F1F06C}"/>
              </a:ext>
            </a:extLst>
          </p:cNvPr>
          <p:cNvCxnSpPr>
            <a:cxnSpLocks/>
          </p:cNvCxnSpPr>
          <p:nvPr/>
        </p:nvCxnSpPr>
        <p:spPr>
          <a:xfrm>
            <a:off x="2033698" y="3810808"/>
            <a:ext cx="179484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447149C-0DF0-9735-CF0D-AC4142DFFC57}"/>
              </a:ext>
            </a:extLst>
          </p:cNvPr>
          <p:cNvCxnSpPr>
            <a:cxnSpLocks/>
          </p:cNvCxnSpPr>
          <p:nvPr/>
        </p:nvCxnSpPr>
        <p:spPr>
          <a:xfrm>
            <a:off x="2447147" y="4205995"/>
            <a:ext cx="176402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C531AF07-FEC3-6086-A0C9-FEA1BFFF69F7}"/>
              </a:ext>
            </a:extLst>
          </p:cNvPr>
          <p:cNvCxnSpPr>
            <a:cxnSpLocks/>
          </p:cNvCxnSpPr>
          <p:nvPr/>
        </p:nvCxnSpPr>
        <p:spPr>
          <a:xfrm>
            <a:off x="1647705" y="4386628"/>
            <a:ext cx="296096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4865B72-6525-2738-9302-CD847DE56FB1}"/>
              </a:ext>
            </a:extLst>
          </p:cNvPr>
          <p:cNvCxnSpPr>
            <a:cxnSpLocks/>
          </p:cNvCxnSpPr>
          <p:nvPr/>
        </p:nvCxnSpPr>
        <p:spPr>
          <a:xfrm>
            <a:off x="2437720" y="4608503"/>
            <a:ext cx="4138705" cy="942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810EE4E-E6B2-CA7B-475D-CA4126A533BE}"/>
              </a:ext>
            </a:extLst>
          </p:cNvPr>
          <p:cNvCxnSpPr>
            <a:cxnSpLocks/>
          </p:cNvCxnSpPr>
          <p:nvPr/>
        </p:nvCxnSpPr>
        <p:spPr>
          <a:xfrm>
            <a:off x="1435791" y="4003092"/>
            <a:ext cx="6116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11868D2F-E706-B788-CDD8-3D568141B603}"/>
              </a:ext>
            </a:extLst>
          </p:cNvPr>
          <p:cNvCxnSpPr>
            <a:cxnSpLocks/>
          </p:cNvCxnSpPr>
          <p:nvPr/>
        </p:nvCxnSpPr>
        <p:spPr>
          <a:xfrm>
            <a:off x="1283773" y="3006843"/>
            <a:ext cx="0" cy="80315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EEC2142-F2F4-A6C5-60C7-F644C3125EA3}"/>
              </a:ext>
            </a:extLst>
          </p:cNvPr>
          <p:cNvCxnSpPr>
            <a:cxnSpLocks/>
          </p:cNvCxnSpPr>
          <p:nvPr/>
        </p:nvCxnSpPr>
        <p:spPr>
          <a:xfrm>
            <a:off x="1065398" y="2611190"/>
            <a:ext cx="0" cy="159475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4E099EB-1F41-34D6-F42F-FC1A19C3708C}"/>
              </a:ext>
            </a:extLst>
          </p:cNvPr>
          <p:cNvCxnSpPr>
            <a:cxnSpLocks/>
          </p:cNvCxnSpPr>
          <p:nvPr/>
        </p:nvCxnSpPr>
        <p:spPr>
          <a:xfrm flipV="1">
            <a:off x="1055211" y="2627188"/>
            <a:ext cx="818263" cy="443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E31E0C2-9660-C380-B215-6760E95AA36F}"/>
              </a:ext>
            </a:extLst>
          </p:cNvPr>
          <p:cNvCxnSpPr>
            <a:cxnSpLocks/>
          </p:cNvCxnSpPr>
          <p:nvPr/>
        </p:nvCxnSpPr>
        <p:spPr>
          <a:xfrm>
            <a:off x="2047963" y="1836240"/>
            <a:ext cx="0" cy="792717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AD0629B-1D00-3079-A999-CB2B53E3A222}"/>
              </a:ext>
            </a:extLst>
          </p:cNvPr>
          <p:cNvSpPr/>
          <p:nvPr/>
        </p:nvSpPr>
        <p:spPr>
          <a:xfrm>
            <a:off x="4707102" y="3259387"/>
            <a:ext cx="216571" cy="651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5E8BE2A-C517-23CE-C446-DCEB189FA0A3}"/>
              </a:ext>
            </a:extLst>
          </p:cNvPr>
          <p:cNvCxnSpPr>
            <a:cxnSpLocks/>
            <a:endCxn id="187" idx="0"/>
          </p:cNvCxnSpPr>
          <p:nvPr/>
        </p:nvCxnSpPr>
        <p:spPr>
          <a:xfrm>
            <a:off x="4808662" y="2822839"/>
            <a:ext cx="6726" cy="43654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86BFDA70-1094-9097-34F5-23458F248A8D}"/>
              </a:ext>
            </a:extLst>
          </p:cNvPr>
          <p:cNvCxnSpPr>
            <a:cxnSpLocks/>
          </p:cNvCxnSpPr>
          <p:nvPr/>
        </p:nvCxnSpPr>
        <p:spPr>
          <a:xfrm flipH="1">
            <a:off x="4789994" y="3910836"/>
            <a:ext cx="2325" cy="29835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C0FBAE5-E4E7-2316-5717-B30CEF9B2533}"/>
              </a:ext>
            </a:extLst>
          </p:cNvPr>
          <p:cNvSpPr/>
          <p:nvPr/>
        </p:nvSpPr>
        <p:spPr>
          <a:xfrm rot="5400000">
            <a:off x="3014669" y="2146850"/>
            <a:ext cx="216570" cy="5327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E6E7C75-04A5-153E-0685-6AC6FA860E4A}"/>
              </a:ext>
            </a:extLst>
          </p:cNvPr>
          <p:cNvCxnSpPr>
            <a:cxnSpLocks/>
          </p:cNvCxnSpPr>
          <p:nvPr/>
        </p:nvCxnSpPr>
        <p:spPr>
          <a:xfrm>
            <a:off x="3397089" y="2420985"/>
            <a:ext cx="271048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AB0697F-E676-BF5B-11B7-EFE9C5946C9C}"/>
              </a:ext>
            </a:extLst>
          </p:cNvPr>
          <p:cNvCxnSpPr>
            <a:cxnSpLocks/>
          </p:cNvCxnSpPr>
          <p:nvPr/>
        </p:nvCxnSpPr>
        <p:spPr>
          <a:xfrm>
            <a:off x="2634590" y="2421997"/>
            <a:ext cx="232196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A5F0677-ED0F-5F43-92D3-1CD3BDD04B46}"/>
              </a:ext>
            </a:extLst>
          </p:cNvPr>
          <p:cNvCxnSpPr>
            <a:cxnSpLocks/>
          </p:cNvCxnSpPr>
          <p:nvPr/>
        </p:nvCxnSpPr>
        <p:spPr>
          <a:xfrm>
            <a:off x="2642339" y="3209777"/>
            <a:ext cx="0" cy="18610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FBE7792-5ED7-F08D-F1BD-90064FFABCB1}"/>
              </a:ext>
            </a:extLst>
          </p:cNvPr>
          <p:cNvCxnSpPr>
            <a:cxnSpLocks/>
          </p:cNvCxnSpPr>
          <p:nvPr/>
        </p:nvCxnSpPr>
        <p:spPr>
          <a:xfrm flipV="1">
            <a:off x="1671949" y="2235544"/>
            <a:ext cx="786117" cy="671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>
            <a:extLst>
              <a:ext uri="{FF2B5EF4-FFF2-40B4-BE49-F238E27FC236}">
                <a16:creationId xmlns:a16="http://schemas.microsoft.com/office/drawing/2014/main" id="{FFC9E16C-063B-452C-F77C-3E2BE47707D2}"/>
              </a:ext>
            </a:extLst>
          </p:cNvPr>
          <p:cNvSpPr/>
          <p:nvPr/>
        </p:nvSpPr>
        <p:spPr>
          <a:xfrm>
            <a:off x="2634590" y="1750337"/>
            <a:ext cx="421537" cy="1918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D469FD5-D2C9-1054-D72A-7410CA243945}"/>
              </a:ext>
            </a:extLst>
          </p:cNvPr>
          <p:cNvCxnSpPr>
            <a:cxnSpLocks/>
            <a:stCxn id="209" idx="6"/>
          </p:cNvCxnSpPr>
          <p:nvPr/>
        </p:nvCxnSpPr>
        <p:spPr>
          <a:xfrm>
            <a:off x="3056127" y="1846271"/>
            <a:ext cx="180295" cy="9287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8A7EE1C1-2174-ADFD-1653-F5D5D88F573D}"/>
              </a:ext>
            </a:extLst>
          </p:cNvPr>
          <p:cNvCxnSpPr>
            <a:cxnSpLocks/>
            <a:endCxn id="209" idx="2"/>
          </p:cNvCxnSpPr>
          <p:nvPr/>
        </p:nvCxnSpPr>
        <p:spPr>
          <a:xfrm>
            <a:off x="2456215" y="1843795"/>
            <a:ext cx="178375" cy="2476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A1D95AD9-461C-1A7E-C454-5A44C531A9C8}"/>
              </a:ext>
            </a:extLst>
          </p:cNvPr>
          <p:cNvSpPr txBox="1"/>
          <p:nvPr/>
        </p:nvSpPr>
        <p:spPr>
          <a:xfrm>
            <a:off x="2251695" y="3479323"/>
            <a:ext cx="92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LM 723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60CED5CC-D23F-B938-7B9B-25FF0B8E47BB}"/>
              </a:ext>
            </a:extLst>
          </p:cNvPr>
          <p:cNvSpPr txBox="1"/>
          <p:nvPr/>
        </p:nvSpPr>
        <p:spPr>
          <a:xfrm>
            <a:off x="6985586" y="4433264"/>
            <a:ext cx="92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LM 324</a:t>
            </a: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D4D8C11-18E6-449F-4DD4-22BD7CA6149F}"/>
              </a:ext>
            </a:extLst>
          </p:cNvPr>
          <p:cNvCxnSpPr>
            <a:cxnSpLocks/>
          </p:cNvCxnSpPr>
          <p:nvPr/>
        </p:nvCxnSpPr>
        <p:spPr>
          <a:xfrm>
            <a:off x="9723648" y="3725460"/>
            <a:ext cx="6493" cy="661954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E27A481A-571A-2FEA-9FCA-037CC8F552C2}"/>
              </a:ext>
            </a:extLst>
          </p:cNvPr>
          <p:cNvCxnSpPr>
            <a:cxnSpLocks/>
          </p:cNvCxnSpPr>
          <p:nvPr/>
        </p:nvCxnSpPr>
        <p:spPr>
          <a:xfrm>
            <a:off x="9730141" y="1055617"/>
            <a:ext cx="6493" cy="661954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567CE571-0BEE-848C-69DE-33C29C85C700}"/>
              </a:ext>
            </a:extLst>
          </p:cNvPr>
          <p:cNvSpPr/>
          <p:nvPr/>
        </p:nvSpPr>
        <p:spPr>
          <a:xfrm>
            <a:off x="9422659" y="1711036"/>
            <a:ext cx="675050" cy="201016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6B34B13-C5B7-9140-6D9A-EAB81171CFA1}"/>
              </a:ext>
            </a:extLst>
          </p:cNvPr>
          <p:cNvCxnSpPr>
            <a:cxnSpLocks/>
          </p:cNvCxnSpPr>
          <p:nvPr/>
        </p:nvCxnSpPr>
        <p:spPr>
          <a:xfrm>
            <a:off x="6975810" y="3187805"/>
            <a:ext cx="0" cy="20366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B99ED416-51ED-6645-2AFE-025AC27E1DA2}"/>
              </a:ext>
            </a:extLst>
          </p:cNvPr>
          <p:cNvSpPr txBox="1"/>
          <p:nvPr/>
        </p:nvSpPr>
        <p:spPr>
          <a:xfrm>
            <a:off x="1337903" y="1375872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C2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74657C4-43AA-4D8D-CF5E-A910FD7760FD}"/>
              </a:ext>
            </a:extLst>
          </p:cNvPr>
          <p:cNvSpPr txBox="1"/>
          <p:nvPr/>
        </p:nvSpPr>
        <p:spPr>
          <a:xfrm>
            <a:off x="2353809" y="6211949"/>
            <a:ext cx="935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U5 (V reg)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21284E1-FD2D-0A71-5B07-9157E9A3BC31}"/>
              </a:ext>
            </a:extLst>
          </p:cNvPr>
          <p:cNvSpPr txBox="1"/>
          <p:nvPr/>
        </p:nvSpPr>
        <p:spPr>
          <a:xfrm>
            <a:off x="2039918" y="712605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U6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0D2B3FB-5E26-F811-B675-4FD9B278FDB1}"/>
              </a:ext>
            </a:extLst>
          </p:cNvPr>
          <p:cNvSpPr txBox="1"/>
          <p:nvPr/>
        </p:nvSpPr>
        <p:spPr>
          <a:xfrm>
            <a:off x="2659326" y="1453345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C1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C3328D-016B-78DD-02D2-7D077AF2B511}"/>
              </a:ext>
            </a:extLst>
          </p:cNvPr>
          <p:cNvSpPr txBox="1"/>
          <p:nvPr/>
        </p:nvSpPr>
        <p:spPr>
          <a:xfrm>
            <a:off x="3212829" y="1995707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R1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40C31FA4-733E-6C71-849C-A848A274EEB7}"/>
              </a:ext>
            </a:extLst>
          </p:cNvPr>
          <p:cNvSpPr txBox="1"/>
          <p:nvPr/>
        </p:nvSpPr>
        <p:spPr>
          <a:xfrm>
            <a:off x="4744514" y="3889583"/>
            <a:ext cx="485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R11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0C15B13-41D1-03CD-E596-1CCC9695E5FC}"/>
              </a:ext>
            </a:extLst>
          </p:cNvPr>
          <p:cNvSpPr txBox="1"/>
          <p:nvPr/>
        </p:nvSpPr>
        <p:spPr>
          <a:xfrm>
            <a:off x="4023319" y="439178"/>
            <a:ext cx="144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To 2N3055 Array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0A9DC79-95BC-EC1B-8AC0-33142EAE37B8}"/>
              </a:ext>
            </a:extLst>
          </p:cNvPr>
          <p:cNvSpPr txBox="1"/>
          <p:nvPr/>
        </p:nvSpPr>
        <p:spPr>
          <a:xfrm>
            <a:off x="2824173" y="2257999"/>
            <a:ext cx="606579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100 E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858657D-D5C1-3A32-4142-06710C89086A}"/>
              </a:ext>
            </a:extLst>
          </p:cNvPr>
          <p:cNvSpPr txBox="1"/>
          <p:nvPr/>
        </p:nvSpPr>
        <p:spPr>
          <a:xfrm rot="16200000">
            <a:off x="4520547" y="3436128"/>
            <a:ext cx="606579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1 K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1EC5DD77-A5CF-D43B-8EBC-17092355AF87}"/>
              </a:ext>
            </a:extLst>
          </p:cNvPr>
          <p:cNvSpPr txBox="1"/>
          <p:nvPr/>
        </p:nvSpPr>
        <p:spPr>
          <a:xfrm>
            <a:off x="570272" y="6014365"/>
            <a:ext cx="780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CC LED</a:t>
            </a:r>
          </a:p>
        </p:txBody>
      </p: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00B618E4-402F-E136-DDBD-258A7599CB2C}"/>
              </a:ext>
            </a:extLst>
          </p:cNvPr>
          <p:cNvCxnSpPr>
            <a:cxnSpLocks/>
            <a:endCxn id="249" idx="3"/>
          </p:cNvCxnSpPr>
          <p:nvPr/>
        </p:nvCxnSpPr>
        <p:spPr>
          <a:xfrm rot="5400000">
            <a:off x="1117502" y="5628281"/>
            <a:ext cx="773006" cy="306941"/>
          </a:xfrm>
          <a:prstGeom prst="bent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3AD90960-9FC5-B671-6C58-A82F61E939AC}"/>
              </a:ext>
            </a:extLst>
          </p:cNvPr>
          <p:cNvSpPr txBox="1"/>
          <p:nvPr/>
        </p:nvSpPr>
        <p:spPr>
          <a:xfrm rot="16200000">
            <a:off x="9045486" y="2471370"/>
            <a:ext cx="142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 sense.  (0.1 E)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B06E8E37-9FC8-E496-0EEF-67650FA70AB7}"/>
              </a:ext>
            </a:extLst>
          </p:cNvPr>
          <p:cNvSpPr txBox="1"/>
          <p:nvPr/>
        </p:nvSpPr>
        <p:spPr>
          <a:xfrm rot="16200000">
            <a:off x="8684290" y="1547507"/>
            <a:ext cx="729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R9,  R8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223D6C76-A9CA-19BC-412E-7689226C1D90}"/>
              </a:ext>
            </a:extLst>
          </p:cNvPr>
          <p:cNvSpPr/>
          <p:nvPr/>
        </p:nvSpPr>
        <p:spPr>
          <a:xfrm>
            <a:off x="7067700" y="3216919"/>
            <a:ext cx="674219" cy="4025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9A38ACF-ADEB-91D9-2EFA-E139F0EC8176}"/>
              </a:ext>
            </a:extLst>
          </p:cNvPr>
          <p:cNvSpPr txBox="1"/>
          <p:nvPr/>
        </p:nvSpPr>
        <p:spPr>
          <a:xfrm>
            <a:off x="7685235" y="3415053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U2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0DBF2B64-10B9-FA0C-2BD0-6532352F882D}"/>
              </a:ext>
            </a:extLst>
          </p:cNvPr>
          <p:cNvSpPr txBox="1"/>
          <p:nvPr/>
        </p:nvSpPr>
        <p:spPr>
          <a:xfrm rot="16200000">
            <a:off x="8639639" y="4062271"/>
            <a:ext cx="84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R5,  R10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C221C956-4EAF-C589-767C-94587BE94FA7}"/>
              </a:ext>
            </a:extLst>
          </p:cNvPr>
          <p:cNvSpPr/>
          <p:nvPr/>
        </p:nvSpPr>
        <p:spPr>
          <a:xfrm>
            <a:off x="6214580" y="3216919"/>
            <a:ext cx="674219" cy="3987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7DC76084-494E-799C-8CC2-BE0AC4733BAB}"/>
              </a:ext>
            </a:extLst>
          </p:cNvPr>
          <p:cNvSpPr txBox="1"/>
          <p:nvPr/>
        </p:nvSpPr>
        <p:spPr>
          <a:xfrm>
            <a:off x="5800059" y="3420084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U3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9EC8E11D-455E-F7B3-5A56-5E11DBA14DEC}"/>
              </a:ext>
            </a:extLst>
          </p:cNvPr>
          <p:cNvSpPr txBox="1"/>
          <p:nvPr/>
        </p:nvSpPr>
        <p:spPr>
          <a:xfrm>
            <a:off x="3142643" y="6007529"/>
            <a:ext cx="967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U7 (I Reg)</a:t>
            </a:r>
          </a:p>
        </p:txBody>
      </p: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32B870A5-DD99-96E7-D5B9-48C193A05965}"/>
              </a:ext>
            </a:extLst>
          </p:cNvPr>
          <p:cNvCxnSpPr>
            <a:cxnSpLocks/>
            <a:endCxn id="1031" idx="1"/>
          </p:cNvCxnSpPr>
          <p:nvPr/>
        </p:nvCxnSpPr>
        <p:spPr>
          <a:xfrm rot="16200000" flipH="1">
            <a:off x="2332939" y="5351714"/>
            <a:ext cx="929012" cy="690396"/>
          </a:xfrm>
          <a:prstGeom prst="bent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1FC9F19B-7A05-D03F-FB3A-2317228B77E0}"/>
              </a:ext>
            </a:extLst>
          </p:cNvPr>
          <p:cNvSpPr txBox="1"/>
          <p:nvPr/>
        </p:nvSpPr>
        <p:spPr>
          <a:xfrm>
            <a:off x="6477120" y="3184615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-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5339CED7-ED5F-F7C0-C9B4-D8139941DE76}"/>
              </a:ext>
            </a:extLst>
          </p:cNvPr>
          <p:cNvSpPr txBox="1"/>
          <p:nvPr/>
        </p:nvSpPr>
        <p:spPr>
          <a:xfrm>
            <a:off x="6726886" y="3230200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+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AD1B326C-9BBB-4D0D-2A08-D23CA8C764EB}"/>
              </a:ext>
            </a:extLst>
          </p:cNvPr>
          <p:cNvSpPr txBox="1"/>
          <p:nvPr/>
        </p:nvSpPr>
        <p:spPr>
          <a:xfrm>
            <a:off x="7136500" y="3270864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+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A1C8CD2C-0433-1B55-8574-DADDEFA6D036}"/>
              </a:ext>
            </a:extLst>
          </p:cNvPr>
          <p:cNvSpPr txBox="1"/>
          <p:nvPr/>
        </p:nvSpPr>
        <p:spPr>
          <a:xfrm>
            <a:off x="7333665" y="3251129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-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3BF1EAC-AE1E-3CB9-C034-754BDB890392}"/>
              </a:ext>
            </a:extLst>
          </p:cNvPr>
          <p:cNvSpPr/>
          <p:nvPr/>
        </p:nvSpPr>
        <p:spPr>
          <a:xfrm>
            <a:off x="6208381" y="2621008"/>
            <a:ext cx="674219" cy="3986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5579D6DC-EC90-E264-4B1F-BB546A5F8834}"/>
              </a:ext>
            </a:extLst>
          </p:cNvPr>
          <p:cNvSpPr txBox="1"/>
          <p:nvPr/>
        </p:nvSpPr>
        <p:spPr>
          <a:xfrm>
            <a:off x="6724689" y="2712253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+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BB43B-A55D-32BD-C3E1-A522138FDC0F}"/>
              </a:ext>
            </a:extLst>
          </p:cNvPr>
          <p:cNvSpPr txBox="1"/>
          <p:nvPr/>
        </p:nvSpPr>
        <p:spPr>
          <a:xfrm>
            <a:off x="6473026" y="2716733"/>
            <a:ext cx="229380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-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B3C68017-12D1-9A21-E013-0F1D2190C858}"/>
              </a:ext>
            </a:extLst>
          </p:cNvPr>
          <p:cNvSpPr txBox="1"/>
          <p:nvPr/>
        </p:nvSpPr>
        <p:spPr>
          <a:xfrm>
            <a:off x="5833022" y="2482027"/>
            <a:ext cx="425774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U4</a:t>
            </a:r>
          </a:p>
        </p:txBody>
      </p:sp>
      <p:cxnSp>
        <p:nvCxnSpPr>
          <p:cNvPr id="1047" name="Elbow Connector 1046">
            <a:extLst>
              <a:ext uri="{FF2B5EF4-FFF2-40B4-BE49-F238E27FC236}">
                <a16:creationId xmlns:a16="http://schemas.microsoft.com/office/drawing/2014/main" id="{E88D050F-4067-A6D0-832D-CC0F9EC5F269}"/>
              </a:ext>
            </a:extLst>
          </p:cNvPr>
          <p:cNvCxnSpPr>
            <a:cxnSpLocks/>
            <a:endCxn id="228" idx="1"/>
          </p:cNvCxnSpPr>
          <p:nvPr/>
        </p:nvCxnSpPr>
        <p:spPr>
          <a:xfrm rot="16200000" flipH="1">
            <a:off x="1676482" y="5688510"/>
            <a:ext cx="1048865" cy="305789"/>
          </a:xfrm>
          <a:prstGeom prst="bent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Elbow Connector 1049">
            <a:extLst>
              <a:ext uri="{FF2B5EF4-FFF2-40B4-BE49-F238E27FC236}">
                <a16:creationId xmlns:a16="http://schemas.microsoft.com/office/drawing/2014/main" id="{5A8249C4-73E7-3E1F-8A87-4702C69B4A18}"/>
              </a:ext>
            </a:extLst>
          </p:cNvPr>
          <p:cNvCxnSpPr/>
          <p:nvPr/>
        </p:nvCxnSpPr>
        <p:spPr>
          <a:xfrm>
            <a:off x="1860593" y="5405461"/>
            <a:ext cx="1267596" cy="1211649"/>
          </a:xfrm>
          <a:prstGeom prst="bentConnector3">
            <a:avLst>
              <a:gd name="adj1" fmla="val -418"/>
            </a:avLst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D8AA3E2A-3500-0003-C07D-EEDF1346A11B}"/>
              </a:ext>
            </a:extLst>
          </p:cNvPr>
          <p:cNvSpPr txBox="1"/>
          <p:nvPr/>
        </p:nvSpPr>
        <p:spPr>
          <a:xfrm>
            <a:off x="3142642" y="6415369"/>
            <a:ext cx="147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U7 (Vref for I reg)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E1659733-4477-9E71-76F1-C558E9BFFBAD}"/>
              </a:ext>
            </a:extLst>
          </p:cNvPr>
          <p:cNvSpPr txBox="1"/>
          <p:nvPr/>
        </p:nvSpPr>
        <p:spPr>
          <a:xfrm>
            <a:off x="7089807" y="1687586"/>
            <a:ext cx="957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LED OpAmp Threshold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48E1CF7-F59E-C2A7-1DDD-267488C41307}"/>
              </a:ext>
            </a:extLst>
          </p:cNvPr>
          <p:cNvSpPr txBox="1"/>
          <p:nvPr/>
        </p:nvSpPr>
        <p:spPr>
          <a:xfrm>
            <a:off x="10845874" y="1743079"/>
            <a:ext cx="790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From </a:t>
            </a:r>
            <a:br>
              <a:rPr lang="en-US" sz="1400"/>
            </a:br>
            <a:r>
              <a:rPr lang="en-US" sz="1400"/>
              <a:t>2N3055 </a:t>
            </a:r>
            <a:br>
              <a:rPr lang="en-US" sz="1400"/>
            </a:br>
            <a:r>
              <a:rPr lang="en-US" sz="1400"/>
              <a:t>Array</a:t>
            </a:r>
          </a:p>
        </p:txBody>
      </p:sp>
      <p:cxnSp>
        <p:nvCxnSpPr>
          <p:cNvPr id="1057" name="Elbow Connector 1056">
            <a:extLst>
              <a:ext uri="{FF2B5EF4-FFF2-40B4-BE49-F238E27FC236}">
                <a16:creationId xmlns:a16="http://schemas.microsoft.com/office/drawing/2014/main" id="{C44A40F0-3BD7-7666-3786-F9CE6A924679}"/>
              </a:ext>
            </a:extLst>
          </p:cNvPr>
          <p:cNvCxnSpPr>
            <a:cxnSpLocks/>
            <a:stCxn id="1055" idx="2"/>
          </p:cNvCxnSpPr>
          <p:nvPr/>
        </p:nvCxnSpPr>
        <p:spPr>
          <a:xfrm rot="5400000">
            <a:off x="10829484" y="2422134"/>
            <a:ext cx="352023" cy="471240"/>
          </a:xfrm>
          <a:prstGeom prst="bent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75E979CE-3501-E9AE-B0C8-9EEE1D2764B0}"/>
              </a:ext>
            </a:extLst>
          </p:cNvPr>
          <p:cNvSpPr txBox="1"/>
          <p:nvPr/>
        </p:nvSpPr>
        <p:spPr>
          <a:xfrm>
            <a:off x="10808367" y="3497470"/>
            <a:ext cx="9977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</a:t>
            </a:r>
          </a:p>
          <a:p>
            <a:r>
              <a:rPr lang="en-US" sz="1400"/>
              <a:t>Regulated</a:t>
            </a:r>
          </a:p>
          <a:p>
            <a:r>
              <a:rPr lang="en-US" sz="1400"/>
              <a:t>Voltage</a:t>
            </a:r>
          </a:p>
        </p:txBody>
      </p:sp>
      <p:cxnSp>
        <p:nvCxnSpPr>
          <p:cNvPr id="1061" name="Elbow Connector 1060">
            <a:extLst>
              <a:ext uri="{FF2B5EF4-FFF2-40B4-BE49-F238E27FC236}">
                <a16:creationId xmlns:a16="http://schemas.microsoft.com/office/drawing/2014/main" id="{0DA19B27-9A40-735A-1092-3E83784F6E3B}"/>
              </a:ext>
            </a:extLst>
          </p:cNvPr>
          <p:cNvCxnSpPr>
            <a:endCxn id="1058" idx="0"/>
          </p:cNvCxnSpPr>
          <p:nvPr/>
        </p:nvCxnSpPr>
        <p:spPr>
          <a:xfrm>
            <a:off x="10785987" y="3206658"/>
            <a:ext cx="521241" cy="290812"/>
          </a:xfrm>
          <a:prstGeom prst="bent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urved Connector 1063">
            <a:extLst>
              <a:ext uri="{FF2B5EF4-FFF2-40B4-BE49-F238E27FC236}">
                <a16:creationId xmlns:a16="http://schemas.microsoft.com/office/drawing/2014/main" id="{AE33DEB6-B2BE-4C1B-15EE-8CC5F298D344}"/>
              </a:ext>
            </a:extLst>
          </p:cNvPr>
          <p:cNvCxnSpPr>
            <a:endCxn id="243" idx="2"/>
          </p:cNvCxnSpPr>
          <p:nvPr/>
        </p:nvCxnSpPr>
        <p:spPr>
          <a:xfrm flipV="1">
            <a:off x="4023319" y="746955"/>
            <a:ext cx="721709" cy="497381"/>
          </a:xfrm>
          <a:prstGeom prst="curved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9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BD0FA0-63EC-0994-817A-64A343CA7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" y="1839042"/>
            <a:ext cx="11847756" cy="31799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9B24D7-96E2-43CD-09F9-E995DC2B513A}"/>
              </a:ext>
            </a:extLst>
          </p:cNvPr>
          <p:cNvSpPr/>
          <p:nvPr/>
        </p:nvSpPr>
        <p:spPr>
          <a:xfrm>
            <a:off x="6597445" y="3677265"/>
            <a:ext cx="1347020" cy="38345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137ACE-0809-DF86-EABE-731C61CC78CF}"/>
              </a:ext>
            </a:extLst>
          </p:cNvPr>
          <p:cNvSpPr/>
          <p:nvPr/>
        </p:nvSpPr>
        <p:spPr>
          <a:xfrm>
            <a:off x="6597445" y="2816941"/>
            <a:ext cx="1347020" cy="38345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48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tx2">
              <a:lumMod val="50000"/>
              <a:lumOff val="5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68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Deb</dc:creator>
  <cp:lastModifiedBy>Sandeep Deb</cp:lastModifiedBy>
  <cp:revision>74</cp:revision>
  <cp:lastPrinted>2026-01-12T12:40:28Z</cp:lastPrinted>
  <dcterms:created xsi:type="dcterms:W3CDTF">2026-01-12T09:24:22Z</dcterms:created>
  <dcterms:modified xsi:type="dcterms:W3CDTF">2026-01-12T12:53:10Z</dcterms:modified>
</cp:coreProperties>
</file>